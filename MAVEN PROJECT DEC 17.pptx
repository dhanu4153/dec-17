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935D-E8B7-368A-0F00-1B2CE1A1EF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9DFF10-3B0F-C98C-6B67-BADBC65998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27DE5-1504-6A3A-3387-F1B55384F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415-2A5D-470E-BE96-F8DFD67F462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528D70-1765-8742-8D6D-F9175B383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B9F46-AB30-2158-CCD2-12EE78E8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FD79-7DCE-43B4-8A04-A352C7839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2748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5D7DB-EE20-DD2E-270C-7EC59A57C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A5EE9-E0DD-FC14-B65B-ED558E99A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F51D50-463E-97DE-2A46-1B5FDA753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415-2A5D-470E-BE96-F8DFD67F462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84748-EDDD-5B5E-F4B3-FDB2E3204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07BFCE-4F90-C66C-008F-0462A19F2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FD79-7DCE-43B4-8A04-A352C7839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130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57829-52A6-1717-C153-0DA00D1DD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B8854-E225-25B0-39A4-F1DD05A53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913CD-EEAF-87A0-8180-2A4D1CEDB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415-2A5D-470E-BE96-F8DFD67F462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3148E9-A694-A86C-D95A-AA4606EE3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A739E2-9F0E-E703-E926-C8CD3893A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FD79-7DCE-43B4-8A04-A352C7839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921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799C-1932-06CD-4883-60FE921EB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17E8C-E70F-9815-F041-F36AA9C96A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7DE780-53AF-EBDE-B31C-C278B49C0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9D9D6-6403-C79A-1FF3-B1D0213D8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415-2A5D-470E-BE96-F8DFD67F462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38E6F7-AF0F-BEC5-4EE1-B72B415FE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9D4C0-38CA-174C-5D93-A4DD714C5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FD79-7DCE-43B4-8A04-A352C7839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092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F9A24-E5AE-5D42-4AAD-31EE5FDA7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F9639D-1EEB-BE3D-42B5-2A06E65A3A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967BBC-9453-93B0-3C09-28B529727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D0AA70-7A8C-7077-3A31-8C4F3134D6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59BB30-C5DE-6492-9B3C-6830E79244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33230-7724-185A-4BAE-37637E87E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415-2A5D-470E-BE96-F8DFD67F462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5D2AF-BBAF-B1FE-7341-38951A89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F8D01E-AA7C-ECFF-CA55-B393A613A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FD79-7DCE-43B4-8A04-A352C7839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370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A78F6-FD55-6568-1FC7-8C44CAF3F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529B38-F6D3-58C1-7650-4EAD8C110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415-2A5D-470E-BE96-F8DFD67F462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73B69A-5BDB-F6B6-7B74-F2C9D5353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2ED0-26B5-1D72-8CB4-FFE72E0C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FD79-7DCE-43B4-8A04-A352C7839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391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E9E708-351F-2A06-F30A-C333E9D0D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415-2A5D-470E-BE96-F8DFD67F462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4E1317-BCA4-044E-2D2D-65699D94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014743-9A7F-20C4-7C65-DE62EAE5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FD79-7DCE-43B4-8A04-A352C7839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056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9DE0F-810D-90B7-E550-E43793401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FC01F3-FED7-CD14-F1E2-CDFA15DC21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2C10CD-A203-2231-40CD-D478CA0BD6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AD2B32-9F7E-2D9E-E5AC-38878FE51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415-2A5D-470E-BE96-F8DFD67F462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EBDEAE-B46F-852C-022E-9792AD343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726A2C-5D92-3704-CE38-7A8BF1742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FD79-7DCE-43B4-8A04-A352C7839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438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1B6F-6C31-3C0A-8AE4-A99FB4C47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E7A900-192D-E837-DC78-6DCAC1042F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2FC2D-DBDB-A8A8-05E0-D9427361F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6D0B9-978F-BC6E-D8DA-D6DE3AEB8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415-2A5D-470E-BE96-F8DFD67F462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8BF72-9E7C-DF76-0683-091479A97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70E4C-FA47-6A28-F930-BBACE1237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FD79-7DCE-43B4-8A04-A352C7839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413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A17C9-C66F-7058-DF05-CBFE37E0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370DA-40E4-28EE-D40E-C55E00E7C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074A6-6626-CD63-E9CF-E961F07AF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415-2A5D-470E-BE96-F8DFD67F462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38E9-4479-700C-DF7F-DC5CEDA0B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BBA8C8-A782-9ED1-E977-C118E0D907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FD79-7DCE-43B4-8A04-A352C7839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70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3B50EE-41C3-872A-C2B8-A0A16603FC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5F857-051B-B068-5126-A60E45817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8C629-ABC9-8BBD-0BBC-DB27D1E14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F7F415-2A5D-470E-BE96-F8DFD67F462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0990A-629B-1951-04AF-F092E16BE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ADF82-A40F-B370-CA0A-FBE199060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AAFD79-7DCE-43B4-8A04-A352C7839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40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0D5BF8-5B92-A1A7-C0C8-34F63B361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FEA9B-2A58-3D79-B009-D34566FD3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AD2D8-6E67-ED13-FCBA-9E421F1F2D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F7F415-2A5D-470E-BE96-F8DFD67F4625}" type="datetimeFigureOut">
              <a:rPr lang="en-IN" smtClean="0"/>
              <a:t>18-12-2025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F617D-7D60-AD49-6A87-CFF8C70044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49653-D295-1AFA-81C3-C183E6ABAE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AAFD79-7DCE-43B4-8A04-A352C78399C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3268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5518AB-A708-EAA2-1F32-5FCF04573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435" y="0"/>
            <a:ext cx="95231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601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89452-CC9A-0058-D35D-A4D3D8B0D9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55" y="75732"/>
            <a:ext cx="10488489" cy="6706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7082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947587-FBA8-0214-949E-7A9ECAF34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389" y="1657102"/>
            <a:ext cx="8221222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15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A88FA3-97ED-CF01-9312-3A2B2C610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729" y="418680"/>
            <a:ext cx="10326541" cy="602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4276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D9743A-8286-6D83-A934-DAE20BE29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3020" y="1452286"/>
            <a:ext cx="8125959" cy="3953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32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195869-D301-6253-4CCB-D13A7EA55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309" y="1261760"/>
            <a:ext cx="8821381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328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A0B30E-8019-2F88-2609-DD6B8F45D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3482"/>
            <a:ext cx="12192000" cy="6131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907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FC6F3D-AD90-70C1-31C2-D6B464ACB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413" y="90021"/>
            <a:ext cx="10917174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849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464A4C-F598-543C-9F95-CB345A3F8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86" y="375811"/>
            <a:ext cx="11479227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016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0692B9-EA1E-6C11-E4F8-7417A8CA9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178" y="2071498"/>
            <a:ext cx="7649643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3086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F1FCDB-3A1A-FAE3-7E3D-2A31950358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06" y="1495155"/>
            <a:ext cx="6544588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255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B03700-1A19-E426-2783-DAE93D14AB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781" y="237679"/>
            <a:ext cx="11736438" cy="6382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313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121193-C3D6-D63F-6720-0014547D0B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6" y="375811"/>
            <a:ext cx="12022228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7223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AFF8BA-C85C-2331-2A65-0634EC5E1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7" y="2452551"/>
            <a:ext cx="12107965" cy="1952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6514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LUV0XYY_ 6</dc:creator>
  <cp:lastModifiedBy>LUV0XYY_ 6</cp:lastModifiedBy>
  <cp:revision>2</cp:revision>
  <dcterms:created xsi:type="dcterms:W3CDTF">2025-12-18T15:23:57Z</dcterms:created>
  <dcterms:modified xsi:type="dcterms:W3CDTF">2025-12-18T15:56:40Z</dcterms:modified>
</cp:coreProperties>
</file>